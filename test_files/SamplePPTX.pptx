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CCB4A-6A03-C7CA-0AB7-06B6E0B88A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/>
              <a:t>Sample PPTX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344B5-78DA-8F5B-2075-A1F505DCFF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56928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1DBAFF3CBC62429347B8EAD4BE5C37" ma:contentTypeVersion="19" ma:contentTypeDescription="Create a new document." ma:contentTypeScope="" ma:versionID="cddf3defdb0abf6aa3b0d6c5bdbc2383">
  <xsd:schema xmlns:xsd="http://www.w3.org/2001/XMLSchema" xmlns:xs="http://www.w3.org/2001/XMLSchema" xmlns:p="http://schemas.microsoft.com/office/2006/metadata/properties" xmlns:ns2="975330a4-3d40-4648-8449-99b3cdc33982" xmlns:ns3="f00d1eaf-c97d-4e74-8278-c180aacdd6f5" targetNamespace="http://schemas.microsoft.com/office/2006/metadata/properties" ma:root="true" ma:fieldsID="b2e26d00c37c19101dc6a1c4d3467bd0" ns2:_="" ns3:_="">
    <xsd:import namespace="975330a4-3d40-4648-8449-99b3cdc33982"/>
    <xsd:import namespace="f00d1eaf-c97d-4e74-8278-c180aacdd6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330a4-3d40-4648-8449-99b3cdc339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0df81e3-b7e1-44dc-b11c-41b7bb71b4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d1eaf-c97d-4e74-8278-c180aacdd6f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31efab0-6ceb-4865-bf1a-13538493a57c}" ma:internalName="TaxCatchAll" ma:showField="CatchAllData" ma:web="f00d1eaf-c97d-4e74-8278-c180aacdd6f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0d1eaf-c97d-4e74-8278-c180aacdd6f5" xsi:nil="true"/>
    <lcf76f155ced4ddcb4097134ff3c332f xmlns="975330a4-3d40-4648-8449-99b3cdc339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58212B3-24A7-4187-849C-B789E2EF5404}"/>
</file>

<file path=customXml/itemProps2.xml><?xml version="1.0" encoding="utf-8"?>
<ds:datastoreItem xmlns:ds="http://schemas.openxmlformats.org/officeDocument/2006/customXml" ds:itemID="{D003BEDB-BFDE-45D0-88FF-D725EAAAB69F}"/>
</file>

<file path=customXml/itemProps3.xml><?xml version="1.0" encoding="utf-8"?>
<ds:datastoreItem xmlns:ds="http://schemas.openxmlformats.org/officeDocument/2006/customXml" ds:itemID="{61747D1C-7EF4-4E0D-866E-A1412B709D1B}"/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Sample PPTX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O’Mullane</dc:creator>
  <cp:lastModifiedBy>Brian O’Mullane</cp:lastModifiedBy>
  <cp:revision>1</cp:revision>
  <dcterms:created xsi:type="dcterms:W3CDTF">2025-11-05T14:21:03Z</dcterms:created>
  <dcterms:modified xsi:type="dcterms:W3CDTF">2025-11-05T14:21:18Z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0x010100CD1DBAFF3CBC62429347B8EAD4BE5C37</vt:lpwstr>
  </property>
</Properties>
</file>